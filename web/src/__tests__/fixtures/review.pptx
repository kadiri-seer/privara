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Owner: Tom Hardy</a:t>
            </a:r>
          </a:p>
          <a:p>
            <a:r>
              <a:t>Budget: €1.2 million</a:t>
            </a:r>
          </a:p>
          <a:p>
            <a:r>
              <a:t>Server 192.168.1.20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